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1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96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30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72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6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14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71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346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788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3970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261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6076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052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253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1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F9DBB-506D-4314-B8FC-C72CCA83EA21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9C2D0A-3369-422F-B5A3-0A4764CD7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262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D482-0BAF-B285-C118-C3B183C80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123" y="216310"/>
            <a:ext cx="9252154" cy="1592826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Super Store Sales Dashboard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165C7-FE2C-0E83-46E5-1805BA0B1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2202" y="3244646"/>
            <a:ext cx="7766936" cy="276832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Analytics Internship task-3</a:t>
            </a:r>
          </a:p>
          <a:p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By: </a:t>
            </a:r>
            <a:r>
              <a:rPr lang="en-US" sz="2000" dirty="0">
                <a:solidFill>
                  <a:srgbClr val="002060"/>
                </a:solidFill>
              </a:rPr>
              <a:t>Somasekhar Kadiyam</a:t>
            </a:r>
          </a:p>
          <a:p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Tool: </a:t>
            </a:r>
            <a:r>
              <a:rPr lang="en-US" sz="2000" dirty="0">
                <a:solidFill>
                  <a:srgbClr val="002060"/>
                </a:solidFill>
              </a:rPr>
              <a:t>Microsoft Power BI</a:t>
            </a:r>
          </a:p>
          <a:p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Dataset: </a:t>
            </a:r>
            <a:r>
              <a:rPr lang="en-US" sz="2000" dirty="0">
                <a:solidFill>
                  <a:srgbClr val="002060"/>
                </a:solidFill>
              </a:rPr>
              <a:t>Superstore Sales (Kaggle)</a:t>
            </a:r>
            <a:endParaRPr lang="en-IN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871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9412-8A6D-8E90-2476-31909232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739" y="875071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Objective: </a:t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002060"/>
                </a:solidFill>
              </a:rPr>
              <a:t>           </a:t>
            </a:r>
            <a:r>
              <a:rPr lang="en-US" sz="2000" dirty="0">
                <a:solidFill>
                  <a:schemeClr val="tx1"/>
                </a:solidFill>
              </a:rPr>
              <a:t>To design an interactive Sales Dashboard that provides insights into key performance metrics like Sales, Profit, and Orders across various business dimensions.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75392-44C6-C14E-8127-88622F19E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739" y="2977227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Dataset Used</a:t>
            </a:r>
            <a:r>
              <a:rPr lang="en-US" dirty="0">
                <a:solidFill>
                  <a:srgbClr val="002060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Superstore Sales Dataset(</a:t>
            </a:r>
            <a:r>
              <a:rPr lang="en-US" dirty="0" err="1"/>
              <a:t>kaggle</a:t>
            </a:r>
            <a:r>
              <a:rPr lang="en-US" dirty="0"/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Rows: ~150   |   Columns: 13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Key Fields: Order Date, Sales, Profit, Region, Category, Segment,                          Payment mode, Ship mode.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Tools Used: Power BI Desktop</a:t>
            </a:r>
          </a:p>
        </p:txBody>
      </p:sp>
    </p:spTree>
    <p:extLst>
      <p:ext uri="{BB962C8B-B14F-4D97-AF65-F5344CB8AC3E}">
        <p14:creationId xmlns:p14="http://schemas.microsoft.com/office/powerpoint/2010/main" val="117935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CBE04-B3E5-3BC8-4459-F38CD410C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327" y="764408"/>
            <a:ext cx="8596668" cy="586253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Business Goals: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Analyze sales and profit trends over time.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Identify top performing regions, categories, and products.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Understanding customer purchase behavior.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Enable business stakeholders to make data driven decisions.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b="1" dirty="0">
                <a:solidFill>
                  <a:srgbClr val="002060"/>
                </a:solidFill>
              </a:rPr>
              <a:t>KPI’s (Key Performance indicators):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Total Sales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Total Profit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Total Orders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Profit Margin(%)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Sales Growth YoY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628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A6EDAF-1FE3-6733-88EC-39FA980DD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14" y="1314511"/>
            <a:ext cx="8672922" cy="48785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F4A456-7C74-7630-F66E-07C990BF9D26}"/>
              </a:ext>
            </a:extLst>
          </p:cNvPr>
          <p:cNvSpPr txBox="1"/>
          <p:nvPr/>
        </p:nvSpPr>
        <p:spPr>
          <a:xfrm>
            <a:off x="923363" y="464916"/>
            <a:ext cx="3706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Dashboard Overview:</a:t>
            </a:r>
            <a:endParaRPr lang="en-IN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82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15C3-3631-B128-D295-999428F75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328" y="548099"/>
            <a:ext cx="8596668" cy="588219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Key Components:</a:t>
            </a:r>
            <a:endParaRPr lang="en-IN" sz="20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Cards: Total sales(1.6M), Profit(175k), Orders(22k)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Donut Charts: Sales by Region, Segment, Payment mode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Line Charts: Monthly Sales by Category &amp; Sub-category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Bar Charts: Sales by Category &amp; Sub-category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Table: Detailed breakdown by city/product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Interactive Features: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Slicers for Region, Year, and Category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Hover tooltips for insights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Filter-based interactivity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24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A0B0-B296-B7B2-A6B9-AE7CB7D40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66" y="1256021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Key Insights: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West and East regions contribute the highest sales share.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Technology category yields the highest profit margin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Sales show a positive trend in Q4 of each year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COD is the most preferred payment method.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Office Supplies has consistent sales but lower profit compared to Technology.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739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893B-B4A3-807D-0264-D4CFE2C24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5" y="636589"/>
            <a:ext cx="8596668" cy="537092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Conclusion: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 Power BI dashboard provides a comprehensive view of sales and profit performance, helping stakeholders track KPIs efficiency and identify growth opportunities.</a:t>
            </a:r>
            <a:endParaRPr lang="en-IN" sz="2000" b="1" dirty="0"/>
          </a:p>
          <a:p>
            <a:pPr marL="0" indent="0">
              <a:lnSpc>
                <a:spcPct val="150000"/>
              </a:lnSpc>
              <a:buNone/>
            </a:pPr>
            <a:endParaRPr lang="en-IN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solidFill>
                  <a:srgbClr val="002060"/>
                </a:solidFill>
              </a:rPr>
              <a:t>Recommendations: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Increase focus on low-profit categories.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Invest in marketing for underperforming regions.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customer segment trends quarterly.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Extend dashboard for future sales forecasting.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919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333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Trebuchet MS</vt:lpstr>
      <vt:lpstr>Wingdings</vt:lpstr>
      <vt:lpstr>Wingdings 3</vt:lpstr>
      <vt:lpstr>Facet</vt:lpstr>
      <vt:lpstr>Super Store Sales Dashboard</vt:lpstr>
      <vt:lpstr>Objective:             To design an interactive Sales Dashboard that provides insights into key performance metrics like Sales, Profit, and Orders across various business dimensions.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Somasekhar Kadiyam</dc:creator>
  <cp:lastModifiedBy>Somasekhar Kadiyam</cp:lastModifiedBy>
  <cp:revision>2</cp:revision>
  <dcterms:created xsi:type="dcterms:W3CDTF">2025-11-05T13:07:35Z</dcterms:created>
  <dcterms:modified xsi:type="dcterms:W3CDTF">2025-11-05T13:59:04Z</dcterms:modified>
</cp:coreProperties>
</file>